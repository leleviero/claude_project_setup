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669280"/>
            <a:ext cx="11868912" cy="1188720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4F6F6"/>
                </a:solidFill>
              </a:rPr>
              <a:t>Test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AAB7B8"/>
                </a:solidFill>
              </a:rPr>
              <a:t>A Simple Three-Slide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7B8"/>
                </a:solidFill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320040" cy="5577840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6F6"/>
                </a:solidFill>
              </a:rPr>
              <a:t>Key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64592" cy="164592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</a:rPr>
              <a:t>This is the first bullet point — introduce your main idea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78608"/>
            <a:ext cx="164592" cy="164592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</a:rPr>
              <a:t>This is the second bullet point — elaborate with supporting details.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401568"/>
            <a:ext cx="164592" cy="164592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</a:rPr>
              <a:t>This is the third bullet point — provide evidence or examples.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224528"/>
            <a:ext cx="164592" cy="164592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</a:rPr>
              <a:t>This is the fourth bullet point — highlight any key takeaways.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047488"/>
            <a:ext cx="164592" cy="164592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</a:rPr>
              <a:t>This is the fifth bullet point — wrap up the section's argument.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702552" cy="2286000"/>
          </a:xfrm>
          <a:prstGeom prst="rect">
            <a:avLst/>
          </a:prstGeom>
          <a:solidFill>
            <a:srgbClr val="2E4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468880"/>
            <a:ext cx="6702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566160"/>
            <a:ext cx="6702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B7B8"/>
                </a:solidFill>
              </a:rPr>
              <a:t>Questions? Reach out any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7B8"/>
                </a:solidFill>
              </a:rPr>
              <a:t>Test Presentation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